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1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6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2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6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9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3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5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8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7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4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8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CA3B5-799D-CD8E-E019-5597DF38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1779" b="1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B50582-9C7F-265F-C816-9B8177315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Project Finance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D38E37-C2B8-C58F-F604-6889C4ED9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Introductory Manual on Projects of PPP (Public-Private Partnerships)</a:t>
            </a:r>
          </a:p>
        </p:txBody>
      </p:sp>
    </p:spTree>
    <p:extLst>
      <p:ext uri="{BB962C8B-B14F-4D97-AF65-F5344CB8AC3E}">
        <p14:creationId xmlns:p14="http://schemas.microsoft.com/office/powerpoint/2010/main" val="34370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261B97-3414-E16A-8718-8C7248ED9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2" r="2" b="2"/>
          <a:stretch>
            <a:fillRect/>
          </a:stretch>
        </p:blipFill>
        <p:spPr>
          <a:xfrm>
            <a:off x="133896" y="136321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0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4BE564-A3F2-8A4E-BF9B-01277D171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8" r="2" b="8432"/>
          <a:stretch>
            <a:fillRect/>
          </a:stretch>
        </p:blipFill>
        <p:spPr>
          <a:xfrm>
            <a:off x="0" y="0"/>
            <a:ext cx="12192000" cy="5388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77F6C0-228E-3F1A-F14B-B7F89BDA824F}"/>
              </a:ext>
            </a:extLst>
          </p:cNvPr>
          <p:cNvSpPr txBox="1"/>
          <p:nvPr/>
        </p:nvSpPr>
        <p:spPr>
          <a:xfrm>
            <a:off x="831713" y="5661632"/>
            <a:ext cx="10053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Private companies avoid this option, as it strains their balance sheets and capacity, and limits their potential participation in future projects.</a:t>
            </a:r>
          </a:p>
        </p:txBody>
      </p:sp>
    </p:spTree>
    <p:extLst>
      <p:ext uri="{BB962C8B-B14F-4D97-AF65-F5344CB8AC3E}">
        <p14:creationId xmlns:p14="http://schemas.microsoft.com/office/powerpoint/2010/main" val="15978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8075E-4315-8768-95BD-21F49BD2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59" b="1"/>
          <a:stretch>
            <a:fillRect/>
          </a:stretch>
        </p:blipFill>
        <p:spPr>
          <a:xfrm>
            <a:off x="0" y="72313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1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9FE0C8-94AE-9402-AF71-555221C38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" b="8718"/>
          <a:stretch>
            <a:fillRect/>
          </a:stretch>
        </p:blipFill>
        <p:spPr>
          <a:xfrm>
            <a:off x="-1" y="0"/>
            <a:ext cx="12224749" cy="681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32D6F-774B-C610-0FF9-5B110EF5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42" b="-1"/>
          <a:stretch>
            <a:fillRect/>
          </a:stretch>
        </p:blipFill>
        <p:spPr>
          <a:xfrm>
            <a:off x="-64008" y="-100584"/>
            <a:ext cx="1212066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2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ACE527-9768-40D4-1E11-44FF87CCD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916" y="1205215"/>
            <a:ext cx="8202168" cy="2399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6BF77-B2F9-67D1-1221-AFC319A3D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873" y="3719627"/>
            <a:ext cx="7944959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0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6E262-A264-94A3-B222-B688E3E8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22" b="1"/>
          <a:stretch>
            <a:fillRect/>
          </a:stretch>
        </p:blipFill>
        <p:spPr>
          <a:xfrm>
            <a:off x="0" y="272642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04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369BA-9913-F16A-8BEC-A83881F440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6"/>
          <a:stretch>
            <a:fillRect/>
          </a:stretch>
        </p:blipFill>
        <p:spPr>
          <a:xfrm>
            <a:off x="0" y="-155448"/>
            <a:ext cx="12171047" cy="701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67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22113-B1A5-D987-F6A6-A2E3915F8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106" b="-1"/>
          <a:stretch>
            <a:fillRect/>
          </a:stretch>
        </p:blipFill>
        <p:spPr>
          <a:xfrm>
            <a:off x="0" y="272642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6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CEBAE3-6E83-FEE0-6A8B-C5A8D7B74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72" r="7718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2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147CB-BB1B-DFCA-0218-8301560C9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80" b="1894"/>
          <a:stretch>
            <a:fillRect/>
          </a:stretch>
        </p:blipFill>
        <p:spPr>
          <a:xfrm>
            <a:off x="-1" y="544068"/>
            <a:ext cx="12191999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3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180792-2D10-4F47-4630-61F65FCFA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37" b="19425"/>
          <a:stretch>
            <a:fillRect/>
          </a:stretch>
        </p:blipFill>
        <p:spPr>
          <a:xfrm>
            <a:off x="-1" y="544068"/>
            <a:ext cx="12191999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41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80619C-A142-6E0D-45F0-3F91E38C9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49" b="1"/>
          <a:stretch>
            <a:fillRect/>
          </a:stretch>
        </p:blipFill>
        <p:spPr>
          <a:xfrm>
            <a:off x="133896" y="136321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83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32D61-7D1B-6E78-75EF-524973123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7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82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870014-218F-2ECB-1C7E-18E3A795E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653" b="-1"/>
          <a:stretch>
            <a:fillRect/>
          </a:stretch>
        </p:blipFill>
        <p:spPr>
          <a:xfrm>
            <a:off x="133896" y="136321"/>
            <a:ext cx="11924208" cy="658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60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0D3096-E106-FD85-BFC6-723574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EE7583-5D16-8095-7B90-211F2DD5C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035"/>
          <a:stretch>
            <a:fillRect/>
          </a:stretch>
        </p:blipFill>
        <p:spPr>
          <a:xfrm>
            <a:off x="0" y="412049"/>
            <a:ext cx="12192000" cy="603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03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1C003F-434E-200C-EE75-C52060943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7659"/>
          <a:stretch>
            <a:fillRect/>
          </a:stretch>
        </p:blipFill>
        <p:spPr>
          <a:xfrm>
            <a:off x="-1" y="544068"/>
            <a:ext cx="12192001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41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9F60A8-4CB2-C994-2E6C-90FAED50D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57" b="1"/>
          <a:stretch>
            <a:fillRect/>
          </a:stretch>
        </p:blipFill>
        <p:spPr>
          <a:xfrm>
            <a:off x="0" y="1016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871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8299B3-8C12-D404-8926-2760D351D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426"/>
          <a:stretch>
            <a:fillRect/>
          </a:stretch>
        </p:blipFill>
        <p:spPr>
          <a:xfrm>
            <a:off x="-1" y="544068"/>
            <a:ext cx="12191999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25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48EA17-F2CF-2F98-FC06-DBB6A2AEC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3D4267-6754-E656-C65D-257297D4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99C6DF-E6FA-C4C9-AEE9-200D907A2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251" b="-1"/>
          <a:stretch>
            <a:fillRect/>
          </a:stretch>
        </p:blipFill>
        <p:spPr>
          <a:xfrm>
            <a:off x="749808" y="804672"/>
            <a:ext cx="10346776" cy="489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76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547790-EBD6-BEE5-6750-1F8219D8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726"/>
          <a:stretch>
            <a:fillRect/>
          </a:stretch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0216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13305</TotalTime>
  <Words>36</Words>
  <Application>Microsoft Office PowerPoint</Application>
  <PresentationFormat>Widescreen</PresentationFormat>
  <Paragraphs>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Neue Haas Grotesk Text Pro</vt:lpstr>
      <vt:lpstr>VanillaVTI</vt:lpstr>
      <vt:lpstr>Project Finance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Comeau</dc:creator>
  <cp:lastModifiedBy>Daniel Comeau</cp:lastModifiedBy>
  <cp:revision>2</cp:revision>
  <dcterms:created xsi:type="dcterms:W3CDTF">2026-06-26T13:45:37Z</dcterms:created>
  <dcterms:modified xsi:type="dcterms:W3CDTF">2026-07-06T18:46:44Z</dcterms:modified>
</cp:coreProperties>
</file>